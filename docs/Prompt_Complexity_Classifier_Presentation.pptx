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0080"/>
            <a:ext cx="11201400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960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Complexity Classifier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0ED"/>
                </a:solidFill>
              </a:rPr>
              <a:t>Cost-Optimized LLM Routing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This project predicts whether a user prompt needs a weak, intermediate, or strong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goal is to reduce API cost while keeping output quality acceptable.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69480" y="9601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69480" y="960120"/>
            <a:ext cx="109728" cy="4480560"/>
          </a:xfrm>
          <a:prstGeom prst="rect">
            <a:avLst/>
          </a:prstGeom>
          <a:solidFill>
            <a:srgbClr val="12A4A8"/>
          </a:solidFill>
          <a:ln w="12700">
            <a:solidFill>
              <a:srgbClr val="12A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0648" y="1078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Project in one 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70648" y="1362456"/>
            <a:ext cx="334670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Input prompt → extract simple text features → XGBoost predicts the cheapest suitable model.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28346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8F5E9"/>
          </a:solidFill>
          <a:ln w="12700">
            <a:solidFill>
              <a:srgbClr val="2EA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90779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Weak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41080" y="28346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FFF4E5"/>
          </a:solidFill>
          <a:ln w="12700">
            <a:solidFill>
              <a:srgbClr val="D99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290779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Intermediate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46920" y="28346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FDECEC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290779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Strong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5897880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Prepared as a simple final-year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and Goal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3"/>
                </a:solidFill>
              </a:rPr>
              <a:t>Why this project is needed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109728" cy="20116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07899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" y="1362456"/>
            <a:ext cx="330098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Using a strong model for every prompt is costly.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Simple prompts do not need expensive inference, but complex prompts 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315468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154680"/>
            <a:ext cx="109728" cy="2103120"/>
          </a:xfrm>
          <a:prstGeom prst="rect">
            <a:avLst/>
          </a:prstGeom>
          <a:solidFill>
            <a:srgbClr val="2EAD58"/>
          </a:solidFill>
          <a:ln w="12700">
            <a:solidFill>
              <a:srgbClr val="2EAD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3273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Goal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3557016"/>
            <a:ext cx="33009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Build a router that chooses the smallest model that can still answer well.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This saves money and keeps response quality stable.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960120"/>
            <a:ext cx="3703320" cy="42976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960120"/>
            <a:ext cx="109728" cy="4297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10789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the project does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53128" y="1362456"/>
            <a:ext cx="339242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1. Receives a prompt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2. Checks simple text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3. Predicts required model class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4. Sends the prompt to the right model later in the full system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For the classifier part, only the routing decision is produced.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96012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960120"/>
            <a:ext cx="109728" cy="4297680"/>
          </a:xfrm>
          <a:prstGeom prst="rect">
            <a:avLst/>
          </a:prstGeom>
          <a:solidFill>
            <a:srgbClr val="12A4A8"/>
          </a:solidFill>
          <a:ln w="12700">
            <a:solidFill>
              <a:srgbClr val="12A4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1078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30768" y="1362456"/>
            <a:ext cx="325526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This gives a practical way to control LLM cost.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It is useful in chatbots, support tools, coding assistants, and enterprise assistants.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3"/>
                </a:solidFill>
              </a:rPr>
              <a:t>How the classifier is built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User 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697480"/>
            <a:ext cx="32004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12A4A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Text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697480"/>
            <a:ext cx="320040" cy="0"/>
          </a:xfrm>
          <a:prstGeom prst="line">
            <a:avLst/>
          </a:prstGeom>
          <a:noFill/>
          <a:ln w="25400">
            <a:solidFill>
              <a:srgbClr val="12A4A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D9910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XGBoost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697480"/>
            <a:ext cx="320040" cy="0"/>
          </a:xfrm>
          <a:prstGeom prst="line">
            <a:avLst/>
          </a:prstGeom>
          <a:noFill/>
          <a:ln w="25400">
            <a:solidFill>
              <a:srgbClr val="D9910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2EAD5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Confidence Check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32520" y="2697480"/>
            <a:ext cx="320040" cy="0"/>
          </a:xfrm>
          <a:prstGeom prst="line">
            <a:avLst/>
          </a:prstGeom>
          <a:noFill/>
          <a:ln w="25400">
            <a:solidFill>
              <a:srgbClr val="2EAD5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5400">
            <a:solidFill>
              <a:srgbClr val="12324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Final Class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Weak / Mid / Strong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86200"/>
            <a:ext cx="109728" cy="15087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0050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Important point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288536"/>
            <a:ext cx="3209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classifier itself is lightweight.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No embeddings are used, so the router stays fast.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51960" y="38862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3886200"/>
            <a:ext cx="109728" cy="1508760"/>
          </a:xfrm>
          <a:prstGeom prst="rect">
            <a:avLst/>
          </a:prstGeom>
          <a:solidFill>
            <a:srgbClr val="12A4A8"/>
          </a:solidFill>
          <a:ln w="12700">
            <a:solidFill>
              <a:srgbClr val="12A4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40050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Feature extraction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53128" y="4288536"/>
            <a:ext cx="32095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Use prompt length, word count, punctuation, keyword flags, and a small heuristic complexity score.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55280" y="388620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3886200"/>
            <a:ext cx="109728" cy="1508760"/>
          </a:xfrm>
          <a:prstGeom prst="rect">
            <a:avLst/>
          </a:prstGeom>
          <a:solidFill>
            <a:srgbClr val="2EAD58"/>
          </a:solidFill>
          <a:ln w="12700">
            <a:solidFill>
              <a:srgbClr val="2EA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40050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Confidence rule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56448" y="4288536"/>
            <a:ext cx="330098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If the model is unsure, we can move the decision up to a safer class.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Data Collection and Labeling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3"/>
                </a:solidFill>
              </a:rPr>
              <a:t>From where the training data comes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657600" cy="5303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109728" cy="53035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24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Prompt sources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" y="1408176"/>
            <a:ext cx="3346704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We create a mixed dataset from common task types: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factual questions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reasoning tasks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coding prompts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debugging tasks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creative writing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planning and multi-step tasks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key idea is variety, because model need depends on task type.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08760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Generate 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41848" y="203911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26280" y="237744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5400">
            <a:solidFill>
              <a:srgbClr val="12A4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560320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Run on 3 models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41848" y="309067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342900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5400">
            <a:solidFill>
              <a:srgbClr val="D99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611880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Compare outputs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41848" y="4142232"/>
            <a:ext cx="0" cy="2926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26280" y="448056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5400">
            <a:solidFill>
              <a:srgbClr val="2EAD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663440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Assign label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1005840"/>
            <a:ext cx="4480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1005840"/>
            <a:ext cx="109728" cy="2468880"/>
          </a:xfrm>
          <a:prstGeom prst="rect">
            <a:avLst/>
          </a:prstGeom>
          <a:solidFill>
            <a:srgbClr val="2EAD58"/>
          </a:solidFill>
          <a:ln w="12700">
            <a:solidFill>
              <a:srgbClr val="2EA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11247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How labels are created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87768" y="1408176"/>
            <a:ext cx="416966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For each prompt, we test weak, intermediate, and strong models.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label is the minimum model that gives an acceptable answer.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This is better than just asking which answer sounds nicest.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3703320"/>
            <a:ext cx="44805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86600" y="3703320"/>
            <a:ext cx="109728" cy="2606040"/>
          </a:xfrm>
          <a:prstGeom prst="rect">
            <a:avLst/>
          </a:prstGeom>
          <a:solidFill>
            <a:srgbClr val="D99100"/>
          </a:solidFill>
          <a:ln w="12700">
            <a:solidFill>
              <a:srgbClr val="D99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3822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Optional score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87768" y="4105656"/>
            <a:ext cx="416966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 score can be stored too, for example: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weak = 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intermediate = 0.6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strong = 0.9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This helps if later you want a regression view of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Features, Training, and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3"/>
                </a:solidFill>
              </a:rPr>
              <a:t>What the model learns and how we measure it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109728" cy="24688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24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Features used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" y="1408176"/>
            <a:ext cx="33467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prompt length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word count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average word length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number of sentences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keyword flags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code symbols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number presence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• heuristic complexity score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657600"/>
            <a:ext cx="109728" cy="2560320"/>
          </a:xfrm>
          <a:prstGeom prst="rect">
            <a:avLst/>
          </a:prstGeom>
          <a:solidFill>
            <a:srgbClr val="12A4A8"/>
          </a:solidFill>
          <a:ln w="12700">
            <a:solidFill>
              <a:srgbClr val="12A4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3776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Model choice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" y="4059936"/>
            <a:ext cx="334670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We use XGBoost because it is fast, works well on structured features, and is easy to explain in a project report.</a:t>
            </a:r>
            <a:endParaRPr lang="en-US" sz="1050" dirty="0"/>
          </a:p>
        </p:txBody>
      </p:sp>
      <p:pic>
        <p:nvPicPr>
          <p:cNvPr id="13" name="Image 0" descr="/mnt/data/ppt_work/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51560"/>
            <a:ext cx="3657600" cy="2423160"/>
          </a:xfrm>
          <a:prstGeom prst="rect">
            <a:avLst/>
          </a:prstGeom>
        </p:spPr>
      </p:pic>
      <p:pic>
        <p:nvPicPr>
          <p:cNvPr id="14" name="Image 1" descr="/mnt/data/ppt_work/la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51560"/>
            <a:ext cx="3611880" cy="2423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43400" y="3749040"/>
            <a:ext cx="7406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43400" y="3749040"/>
            <a:ext cx="109728" cy="2423160"/>
          </a:xfrm>
          <a:prstGeom prst="rect">
            <a:avLst/>
          </a:prstGeom>
          <a:solidFill>
            <a:srgbClr val="2EAD58"/>
          </a:solidFill>
          <a:ln w="12700">
            <a:solidFill>
              <a:srgbClr val="2EAD5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44568" y="386791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Evaluation plan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44568" y="4151376"/>
            <a:ext cx="709574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We compare: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1. always using the strong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2. using the routing classifier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Metrics: accuracy, F1-score, confusion matrix, cost reduction, and router latency.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main project result is savings without a large quality drop.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Deployment and Final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420624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7F3"/>
                </a:solidFill>
              </a:rPr>
              <a:t>How the classifier fits into a working system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API Request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984248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12A4A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28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Feature Extractor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984248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D99100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28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XGBoost Router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1984248"/>
            <a:ext cx="4572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0" y="155448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5400">
            <a:solidFill>
              <a:srgbClr val="2EAD58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1828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Decision Output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63240"/>
            <a:ext cx="109728" cy="2331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1821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say in viva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" y="3465576"/>
            <a:ext cx="33467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The project is simple: it predicts the cheapest suitable model for a prompt.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It uses handcrafted features, so it is fast and easy to deploy.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30632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063240"/>
            <a:ext cx="109728" cy="2331720"/>
          </a:xfrm>
          <a:prstGeom prst="rect">
            <a:avLst/>
          </a:prstGeom>
          <a:solidFill>
            <a:srgbClr val="2EAD58"/>
          </a:solidFill>
          <a:ln w="12700">
            <a:solidFill>
              <a:srgbClr val="2EAD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31821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Why this is useful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0288" y="3465576"/>
            <a:ext cx="33009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It lowers cost, scales well, and can be added to any LLM application that needs routing.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3063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063240"/>
            <a:ext cx="109728" cy="2331720"/>
          </a:xfrm>
          <a:prstGeom prst="rect">
            <a:avLst/>
          </a:prstGeom>
          <a:solidFill>
            <a:srgbClr val="D99100"/>
          </a:solidFill>
          <a:ln w="12700">
            <a:solidFill>
              <a:srgbClr val="D99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0768" y="318211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30768" y="3465576"/>
            <a:ext cx="31181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Later we can test more data, better rules, and a feedback loop from real user traffic.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24A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828800" y="58338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Simple, fast, and cost-aware routing.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Complexity Classifier for Cost-Optimized LLM Routing</dc:title>
  <dc:subject>Prompt Complexity Classifier</dc:subject>
  <dc:creator>OpenAI</dc:creator>
  <cp:lastModifiedBy>OpenAI</cp:lastModifiedBy>
  <cp:revision>1</cp:revision>
  <dcterms:created xsi:type="dcterms:W3CDTF">2026-04-13T09:20:19Z</dcterms:created>
  <dcterms:modified xsi:type="dcterms:W3CDTF">2026-04-13T09:20:19Z</dcterms:modified>
</cp:coreProperties>
</file>